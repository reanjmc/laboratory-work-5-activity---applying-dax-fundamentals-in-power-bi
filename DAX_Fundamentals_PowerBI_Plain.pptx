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5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DAX Fundamentals in Power BI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Measures to Contextual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 Jay M. Camblinda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Name, Address/State, Phone, Zip, Notes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Customer ID, Product, Units Sold, Date, Revenue, Cost, Profit, Day of week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Types Table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Type, Units Sold, Revenue Per Cookie, Cost Per Cookie, Has Chocolate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enable cross-table DAX measures and RELATED() lookups</a:t>
            </a:r>
            <a:endParaRPr lang="en-US" sz="1200" dirty="0"/>
          </a:p>
        </p:txBody>
      </p:sp>
      <p:pic>
        <p:nvPicPr>
          <p:cNvPr id="10" name="Image 0" descr="/home/claude/embedded_imgs/page3_img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777240"/>
            <a:ext cx="4023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DAX Differ from Excel Formulas?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While Excel calculates a cell value, DAX calculates a context-aware result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 are static — they compute one cell at a time and don't travel across related tables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67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is a formula language built for relational data 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254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understands table relationships and automatically aggregates across millions of rows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83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reevaluates the moment a filter or slicer changes — something a plain Excel SUM formula simply cannot 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DAX?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Function: DAX bridges that gap by letting us define reusable logic (Measures) that respond to every visual and filter on the canvas.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 alone can't answer questions like 'What is my profit margin per cookie type for orders above 500 units?'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585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DAX fills is dynamic aggregation with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169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in the Orders table is flat — it has Revenue and Cost per row, but no formula tells Power BI how to sum, filter, or relate them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753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business intelligence that adapts to user interactions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vs Measures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26080" y="914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model — increases .pbix file 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fly — no extra 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 at refresh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per visual/filter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flags (e.g. Has Chocolate)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971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(Sum, Count, 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657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week, Has Chocolate column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657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Profit, Count of orders, Profit Margin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Measures are memory-efficient and dynamically responsive to filters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Context in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Total Orders  →  206 ACME Bites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filter active, 'Count of orders' shows 700 (total)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756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customer row — say ACME Bites — narrows the filter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426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instantly returns 206 orders for that 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95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DAX's CALCULATE function re-evaluates the measure inside a modified filter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764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every card, chart, and table automatically reactive to slicers and cross-highlights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dynamic behavior is what makes Power BI dashboards interactive and powerful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RELATED Function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Types  (1)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(Many)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914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is the bridge between tables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0" y="16642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building the 'Has Chocolate' calculated column inside Orders, it looks up whether the product belongs to a chocolate category in Cookie 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241401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follows the established relationship to fetch a value from the related 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0" y="316382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model: Cookie Types (1) -&gt; Orders (*) via Product enables this lookup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391363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Requirement: A model relationship must exist before RELATED() can be used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DAX Measure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= SUM( Sales[Sales Amount] 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Name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unique identifier for the KPI.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42032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42032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2032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aggregation function; iterates every row in scope.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26864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2686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scopes the column lookup to avoid ambiguity.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11696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11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Amount]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11696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field being aggregated.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Always prefix with the table name (Table[Column]) so DAX can resolve columns unambiguously across multiple tables — especially critical in a 3-table model like ours.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(Card)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$2,717,064.38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- Cost = Profit across all customers &amp; all cookie types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 Chip Orders &gt; 500 units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CALCULATE used with FILTER condition: Units Sold &gt; 500 on Chocolate Chip 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 / Profit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customer: 1 unique buyer. Total Profit: $2,717,070.50</a:t>
            </a:r>
            <a:endParaRPr lang="en-US" sz="1100" dirty="0"/>
          </a:p>
        </p:txBody>
      </p:sp>
      <p:pic>
        <p:nvPicPr>
          <p:cNvPr id="12" name="Image 0" descr="/home/claude/embedded_imgs/page10_img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777240"/>
            <a:ext cx="4023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Total Profit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negative Total Profit mean the DAX formula is broken?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Total Profit figure does NOT mean the DAX formula is broken. It means the formula is working exactly as designed — it's telling you that for that specific category, costs exceeded revenue.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the problem, not the logic.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Cross-check Revenue and Cost columns in the raw Orders table for that category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89280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the Profit calculated column formula is correct: Profit = Revenue -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55117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if there are data-entry errors (e.g. reversed Revenue/Cost values)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results: All profits were positive. Total Profit 2 = $2,717,064.38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 Efficiency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more efficient for Profit Margin % — Calculated Column or Measure?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Measure is far more efficient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Calculated Column is Inefficient: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compute and store a value for every one of the 700 rows in Orders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Bloats file size and recalculates at every model refresh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rebuilding entirely if sliced by new dimensions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62763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 is Superior: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 = DIVIDE(SUM(Orders[Profit]), SUM(Orders[Revenue]))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5420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nothing until a visual requests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9992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only aggregated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456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filter contexts automatically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9136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and dynamically correct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slice by Cookie Type, the measure automatically reevaluates for just that subset, while a calculated column would require rebuilding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Context-Awareness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operates on relational models with context-awareness — not just static cell math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Storage Efficiency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2618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store row-level data and grow the file; Measures are on-demand and storage-lean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Dynamic Filtering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Context is what makes a Measure dynamic — the same formula yields different results per visual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Table Relationships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6334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RELATED() requires established model relationships to bridge tables in column formulas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Best Practices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 is best built as a Measure for efficiency and dynamic filtering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00507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results (negatives) indicate business data issues — not broken DAX logic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Dashboard Visuals Part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Customer Visualization</a:t>
            </a:r>
            <a:endParaRPr lang="en-US" sz="1300" dirty="0"/>
          </a:p>
        </p:txBody>
      </p:sp>
      <p:pic>
        <p:nvPicPr>
          <p:cNvPr id="4" name="Image 0" descr="/home/claude/embedded_imgs/page14_img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0467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Orders by Customer Visualization</a:t>
            </a:r>
            <a:endParaRPr lang="en-US" sz="1300" dirty="0"/>
          </a:p>
        </p:txBody>
      </p:sp>
      <p:pic>
        <p:nvPicPr>
          <p:cNvPr id="6" name="Image 1" descr="/home/claude/embedded_imgs/page14_img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37560"/>
            <a:ext cx="804672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Dashboard Visuals 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 &amp; Profit Metrics</a:t>
            </a:r>
            <a:endParaRPr lang="en-US" sz="1300" dirty="0"/>
          </a:p>
        </p:txBody>
      </p:sp>
      <p:pic>
        <p:nvPicPr>
          <p:cNvPr id="4" name="Image 0" descr="/home/claude/embedded_imgs/page15_img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0467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Card Visual</a:t>
            </a:r>
            <a:endParaRPr lang="en-US" sz="1300" dirty="0"/>
          </a:p>
        </p:txBody>
      </p:sp>
      <p:pic>
        <p:nvPicPr>
          <p:cNvPr id="6" name="Image 1" descr="/home/claude/embedded_imgs/page15_img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337560"/>
            <a:ext cx="804672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Power BI Screenshots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Chip Orders &gt; 500 Units Filter</a:t>
            </a:r>
            <a:endParaRPr lang="en-US" sz="1200" dirty="0"/>
          </a:p>
        </p:txBody>
      </p:sp>
      <p:pic>
        <p:nvPicPr>
          <p:cNvPr id="4" name="Image 0" descr="/home/claude/embedded_imgs/page16_img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78992"/>
            <a:ext cx="3931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999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 (700 rows)</a:t>
            </a:r>
            <a:endParaRPr lang="en-US" sz="1200" dirty="0"/>
          </a:p>
        </p:txBody>
      </p:sp>
      <p:pic>
        <p:nvPicPr>
          <p:cNvPr id="6" name="Image 1" descr="/home/claude/embedded_imgs/page16_img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273552"/>
            <a:ext cx="3931920" cy="1691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8046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Interface Views</a:t>
            </a:r>
            <a:endParaRPr lang="en-US" sz="1200" dirty="0"/>
          </a:p>
        </p:txBody>
      </p:sp>
      <p:pic>
        <p:nvPicPr>
          <p:cNvPr id="8" name="Image 2" descr="/home/claude/embedded_imgs/page16_img3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1078992"/>
            <a:ext cx="4206240" cy="1828800"/>
          </a:xfrm>
          <a:prstGeom prst="rect">
            <a:avLst/>
          </a:prstGeom>
        </p:spPr>
      </p:pic>
      <p:pic>
        <p:nvPicPr>
          <p:cNvPr id="9" name="Image 3" descr="/home/claude/embedded_imgs/page16_img4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2999232"/>
            <a:ext cx="420624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Formulas: Calculated Columns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Column: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Orders[Revenue] - Orders[Cost]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657 distinct values, Decimal number</a:t>
            </a:r>
            <a:endParaRPr lang="en-US" sz="1200" dirty="0"/>
          </a:p>
        </p:txBody>
      </p:sp>
      <p:pic>
        <p:nvPicPr>
          <p:cNvPr id="6" name="Image 0" descr="/home/claude/embedded_imgs/page17_img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Formulas: Measures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Units Sold: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Units Sold = SUM(Orders[Units Sold])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1,125,806 total units</a:t>
            </a:r>
            <a:endParaRPr lang="en-US" sz="1200" dirty="0"/>
          </a:p>
        </p:txBody>
      </p:sp>
      <p:pic>
        <p:nvPicPr>
          <p:cNvPr id="6" name="Image 0" descr="/home/claude/embedded_imgs/page18_img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8229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Formulas: Advanced Measures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2 (SUMX):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2 = SUMX('Cookie Types', 'Cookie Types'[Units Sold] * ('Cookie Types'[Revenue Per Cookie] - 'Cookie Types'[Cost Per Cookie]))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Cookie Types table. SUMX is needed because row-level math must happen before aggregation.</a:t>
            </a:r>
            <a:endParaRPr lang="en-US" sz="1200" dirty="0"/>
          </a:p>
        </p:txBody>
      </p:sp>
      <p:pic>
        <p:nvPicPr>
          <p:cNvPr id="6" name="Image 0" descr="/home/claude/embedded_imgs/page19_img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Relationships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establishes two 1-to-many relationships: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Types (1) -&gt; Orders (*) via Product field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(1) -&gt; Orders (*) via Customer ID field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Relationships Matter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RELATED() lookups in calculated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cross-table DAX measures to aggregate correctly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198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automatic filter propagation across tables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foundation for context-aware calculations</a:t>
            </a:r>
            <a:endParaRPr lang="en-US" sz="1200" dirty="0"/>
          </a:p>
        </p:txBody>
      </p:sp>
      <p:pic>
        <p:nvPicPr>
          <p:cNvPr id="12" name="Image 0" descr="/home/claude/embedded_imgs/page20_img2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777240"/>
            <a:ext cx="420624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1286</Words>
  <Application>Microsoft Office PowerPoint</Application>
  <PresentationFormat>On-screen Show (16:9)</PresentationFormat>
  <Paragraphs>172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Applying DAX Fundamentals in Power BI</dc:title>
  <dc:subject>PptxGenJS Presentation</dc:subject>
  <dc:creator>Rean Jay M. Camblinda</dc:creator>
  <cp:lastModifiedBy>ACER</cp:lastModifiedBy>
  <cp:revision>2</cp:revision>
  <dcterms:created xsi:type="dcterms:W3CDTF">2026-05-11T10:40:20Z</dcterms:created>
  <dcterms:modified xsi:type="dcterms:W3CDTF">2026-05-12T05:20:04Z</dcterms:modified>
</cp:coreProperties>
</file>